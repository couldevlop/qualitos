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KkhCCIWVhJP5if0LHKc0e/Nod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fr-FR"/>
              <a:t>Registre des risques et opportunités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/>
              <a:t>section a créer  gauche de l’ écran comme APQP, NC…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52884" l="0" r="80365" t="0"/>
          <a:stretch/>
        </p:blipFill>
        <p:spPr>
          <a:xfrm>
            <a:off x="838200" y="1690688"/>
            <a:ext cx="2625956" cy="420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7341" y="1342063"/>
            <a:ext cx="7241886" cy="483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669472" y="1626076"/>
            <a:ext cx="105738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Registre des risques :</a:t>
            </a: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référence, type, processus, propriétaire, cotation brute (gravité × probabilité) avec son niveau en toutes lettres, cotation résiduelle et statut. Le bouton « Nouveau risque » est en haut à droite. En dessous, un onglet « Risques · 57 », une recherche et des filtres (brut/résiduel, type, processus, statut).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</a:t>
            </a:r>
            <a:r>
              <a:rPr lang="fr-FR" sz="1800">
                <a:solidFill>
                  <a:schemeClr val="dk1"/>
                </a:solidFill>
              </a:rPr>
              <a:t>précédente</a:t>
            </a: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montre la fenêtre de création d’un risque ; le résultat final est en slide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Registre des opportunités :</a:t>
            </a: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même structure, avec un score « gain attendu × faisabilité » (niveaux Moyen, Élevé, Prioritaire) et une échéance à la place de la cotation résiduelle. Les deux onglets se relient l'un à l'autre.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669472" y="790217"/>
            <a:ext cx="44038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Tous les chiffres ne sont que des exemples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5381431" y="790217"/>
            <a:ext cx="360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Voir illustration slide </a:t>
            </a:r>
            <a:r>
              <a:rPr b="1" lang="fr-FR" sz="1800">
                <a:solidFill>
                  <a:srgbClr val="FF0000"/>
                </a:solidFill>
              </a:rPr>
              <a:t>précédente</a:t>
            </a:r>
            <a:endParaRPr b="1"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1089349" y="931229"/>
            <a:ext cx="97155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Comment un risque arrive dans le registre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Saisie directe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dans le registre (bouton « Nouveau risque »).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Depuis une AMDEC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l'APQP : une ligne dont la criticité dépasse un seuil peut être transformée en risque.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Depuis un audit ou une NC :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une constatation ou une récurrence peut donner lieu à un risque.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Depuis un MOC :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l'analyse d'impact d'un changement crée les risques associés.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6896" y="365125"/>
            <a:ext cx="8660043" cy="6101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/>
        </p:nvSpPr>
        <p:spPr>
          <a:xfrm>
            <a:off x="933061" y="1582340"/>
            <a:ext cx="10730204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En-tête :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titre, étiquettes (type, processus, site, statut) et boutons « Modifier » et « Créer une action CAPA ».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cause, effet, propriétaire et origine (ici une AMDEC de l'APQP).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Traitement :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décision « réduire » et les actions CAPA liées avec échéance et statut.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Exigences couvertes :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ISO 9001 6.1 et IATF 16949 6.1.2. La fiche compte comme preuve pour ces exigences dans la matrice du SMI (un projet pour plus tard).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Colonne de droite :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cotation brute (4 × 3 = 12, élevé) et résiduelle visée (4 × 2 = 8, moyen), avec les barres de gravité et de probabilité, puis le suivi (historique de cotation, prochaine revue, vérification d'efficacité).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/>
        </p:nvSpPr>
        <p:spPr>
          <a:xfrm>
            <a:off x="559824" y="447875"/>
            <a:ext cx="1118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Une fois le risque créé et </a:t>
            </a:r>
            <a:r>
              <a:rPr lang="fr-FR" sz="1800">
                <a:solidFill>
                  <a:schemeClr val="dk1"/>
                </a:solidFill>
              </a:rPr>
              <a:t>enregistré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 cliquant sur la ligne, la </a:t>
            </a:r>
            <a:r>
              <a:rPr lang="fr-FR" sz="1800">
                <a:solidFill>
                  <a:schemeClr val="dk1"/>
                </a:solidFill>
              </a:rPr>
              <a:t>fenêtre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« fiche de risque » suivante </a:t>
            </a:r>
            <a:r>
              <a:rPr lang="fr-FR" sz="1800">
                <a:solidFill>
                  <a:schemeClr val="dk1"/>
                </a:solidFill>
              </a:rPr>
              <a:t>apparaît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857" y="1217486"/>
            <a:ext cx="5197290" cy="365791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 txBox="1"/>
          <p:nvPr/>
        </p:nvSpPr>
        <p:spPr>
          <a:xfrm>
            <a:off x="5915181" y="1449365"/>
            <a:ext cx="609755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fiche risque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 la page d'un risque qui existe déjà. Elle s'enrichit avec le temps : actions CAPA liées, cotation résiduelle, historique des changements de cotation, prochaine revue et vérification d'efficacité. Aucune de ces informations n'existe au moment de la création.</a:t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5915181" y="2967335"/>
            <a:ext cx="60975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Une fois enregistré, le risque n'est plus consulté par le formulaire, mais par sa fiche. Le bouton « Modifier » de la fiche rouvrirait un formulaire, prérempli.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2" name="Google Shape;1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5530" y="365125"/>
            <a:ext cx="8195465" cy="6269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/>
        </p:nvSpPr>
        <p:spPr>
          <a:xfrm>
            <a:off x="1061357" y="736174"/>
            <a:ext cx="9678177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« Contexte et levier », et « Bénéfice attendu ».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Évaluation :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deux listes de 1 à 5, gain attendu (faible à très fort) et faisabilité (très difficile à très facile). Le score est gain × faisabilité, avec les niveaux Faible, Moyen, Élevé et Prioritaire.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Échéance :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 champ « Échéance visée » s'ajoute à l'identification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Origine :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saisie directe, revue de direction, audit, retour client ou veille.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Décision :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à décider, planifier, étudier, reporter ou écarter.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Exigences :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ISO 9001 6.1 (cochée) et 10.3 (amélioration continue), ISO 14001 6.1 et ISO 45001 6.1. J'ai retiré IATF 6.1.2, qui concerne l'analyse des risques.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4" name="Google Shape;1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610" y="365125"/>
            <a:ext cx="9127354" cy="611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5795" y="1154272"/>
            <a:ext cx="7167535" cy="501307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1"/>
          <p:cNvSpPr txBox="1"/>
          <p:nvPr/>
        </p:nvSpPr>
        <p:spPr>
          <a:xfrm>
            <a:off x="559837" y="447869"/>
            <a:ext cx="113811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Une fois l’opportunité créée et enregistrée, en cliquant sur la ligne, la fenetre « fiche de risque » suivante apparait :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2026-09-30T10:36:55Z</dcterms:created>
  <dc:creator>ahmed el mouatassim</dc:creator>
</cp:coreProperties>
</file>