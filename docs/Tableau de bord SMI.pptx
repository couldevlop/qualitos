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D924D7-4DDF-9312-08A2-8C12CA1A0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B1045BB-80C1-B2FF-3B84-9D3219706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F137E22-4132-6CA8-8D95-2DCC9F93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E44491-E1DA-2C7D-0E46-8DFA97B4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C66C36-8BA7-3FBD-9792-0562BD88E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97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3B7757-7AE8-1881-C2FE-CC7EC0F63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0809F4-C8D9-06BA-1EC5-065E3132C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808CB-0CC1-B03F-D921-885F3C41A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817230-9CBC-2CB8-E5AC-D175B3287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2BAF7E-5F9E-6FED-C1E8-0010187A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791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D8CD5-9791-133F-1E6A-D5FEA802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AD06D4B-BD60-6239-AE76-D57BEC734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11B5EC-01FE-D3C2-3964-723D9E4B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0A3CCE-C662-A784-64A9-ED6B665D2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5F3EFD-C822-A6CF-7179-B98E32CBA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90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3D2EC-439D-58E0-133C-CA82A0A6A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8EC4EA-CA72-CBD2-490E-11CBAC329F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841DC8-2B7B-3A1F-5F9F-1B5095E20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ED6583-2E91-EF42-F738-EA5338B1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D8BCE2-3D15-D90A-BFB1-CAD0CD6E1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90FFE6-15AE-4591-7248-B2EFC308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79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97078F-E0BC-DEC1-2D5E-6FFE1E36D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DA24F6-05FF-1230-6269-702F7E047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216E0F3-1D1D-7C4E-AA00-377A9ABE4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9450747-DA43-AE27-A56E-6FD1EBF1F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5C9ED75-2734-0120-2AB0-EF3B90EBA3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AC0AAA-72C1-23F4-5F88-263325DBA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FA6C35C-DA8F-56E1-AE15-DA194ACB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58DF18-98C1-D2D0-9DA4-5DE7512F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0999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66A843-F0C0-C6DC-3CFE-36D33F337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FA4858C-A9CD-8FE2-F11D-0E2CFF232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1538BF6-5A4D-54E7-1E65-A7368751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2A51728-6EC4-6087-BA96-772D27BEE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4380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349F357-23D6-B773-2771-CF21C146D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BD309EA-FE83-9EA9-CB4F-E4FFDDA0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D82940-7F56-BEDF-8891-22878029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126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3241C0-0DB7-CC1E-58EB-DE44EF038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A2E2B1-5956-529D-17DC-5F125C9E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70E432-0338-8715-047C-24B5F7223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8BBF79-8CDA-C565-97D9-F4BB7E1D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A03A40-40F4-9DC2-7FD3-F37016A7C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06117C-B65F-8DC7-3CAE-EEE48963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2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11828E-352A-EFD3-9F0D-9E14DA016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8AD3004-70D9-43AF-D774-CD150DF83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990373D-99C9-F821-DEAA-A1670A02C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F56E57-8F79-AE27-F43F-83E815B7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609872-6438-80D4-8624-BF46ABB2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F8820D-5614-D46E-1F06-F6E93AAE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433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220A3-16EA-538B-44A0-ACA7CF8B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865827-32A0-E026-BC69-797E2D2E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3EA3BB-CCA7-CC57-795E-4BCA1702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5A7B28-B364-7F44-2B8C-067CF0954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D2A5ED-9C0A-E481-47A1-468A252A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078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BC129A7-86B9-D143-17CF-E0603AB79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E6A5EB-CD5B-0492-267F-FAA73F03A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FB3C2B-4AAC-AC27-ADA3-8197B3362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5ECBB5-754B-E413-A0C1-B9859CD31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AF4EFD-E230-E624-B6C4-FFDC458A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823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D9BA77-DD96-039D-2B1C-1599ED978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CBC62-3602-FF99-A1EE-52A031310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D96EF6-F1C3-D750-7C08-C12027FEF1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DEC03-D1F5-440C-943C-568D99003549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27D74F-BC32-19F5-DBEE-0BC96A51C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CCF2F4-B66A-89E9-04BF-BA8293D01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8F2F4-D433-4895-9860-B918D87A6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060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390A57-19BB-99A7-D3C7-1860FB0F65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Tableau de bord SMI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11D0ED-CE56-164A-7723-1D98575B60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452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8E713E0-9C0C-5C02-A625-7CF5D8491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2" y="281300"/>
            <a:ext cx="8092546" cy="621157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D31D311-AE89-8978-1D97-76FDF02F3ABD}"/>
              </a:ext>
            </a:extLst>
          </p:cNvPr>
          <p:cNvSpPr txBox="1"/>
          <p:nvPr/>
        </p:nvSpPr>
        <p:spPr>
          <a:xfrm>
            <a:off x="8182949" y="365125"/>
            <a:ext cx="400905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Le nombre dans chaque case</a:t>
            </a:r>
            <a:r>
              <a:rPr lang="fr-FR" dirty="0"/>
              <a:t> est le nombre de risques du registre qui ont cette gravité et cette probabilité. Par exemple, la case en bas à gauche affiche 5 (gravité 1, probabilité 1).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La couleur de chaque case</a:t>
            </a:r>
            <a:r>
              <a:rPr lang="fr-FR" dirty="0"/>
              <a:t> indique le niveau de criticité : bleu clair pour faible, jaune pour moyen, orange pour élevé, rouge foncé pour critique.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B88279-6822-1EED-2735-853120D40B25}"/>
              </a:ext>
            </a:extLst>
          </p:cNvPr>
          <p:cNvSpPr txBox="1"/>
          <p:nvPr/>
        </p:nvSpPr>
        <p:spPr>
          <a:xfrm>
            <a:off x="8349447" y="4490828"/>
            <a:ext cx="3676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Voir suite des consignes slide suivante</a:t>
            </a:r>
          </a:p>
        </p:txBody>
      </p:sp>
    </p:spTree>
    <p:extLst>
      <p:ext uri="{BB962C8B-B14F-4D97-AF65-F5344CB8AC3E}">
        <p14:creationId xmlns:p14="http://schemas.microsoft.com/office/powerpoint/2010/main" val="1029999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F95D2563-22FF-1E0F-53A6-56E0FE127D56}"/>
              </a:ext>
            </a:extLst>
          </p:cNvPr>
          <p:cNvSpPr txBox="1"/>
          <p:nvPr/>
        </p:nvSpPr>
        <p:spPr>
          <a:xfrm>
            <a:off x="762777" y="2073945"/>
            <a:ext cx="110311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Axes gradués :</a:t>
            </a:r>
            <a:r>
              <a:rPr lang="fr-FR" dirty="0"/>
              <a:t> la gravité (5 en haut, 1 en bas) et la probabilité (1 à 5) sont affichées sur les côtés.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Total :</a:t>
            </a:r>
            <a:r>
              <a:rPr lang="fr-FR" dirty="0"/>
              <a:t> le titre indique « 57 risques ouverts » et chaque case affiche son nombre de risques.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Légende des seuils :</a:t>
            </a:r>
            <a:r>
              <a:rPr lang="fr-FR" dirty="0"/>
              <a:t> faible 1–4, moyen 5–9, élevé 10–14, critique 15–25. Le niveau est gravité × probabilité.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Cases cliquables :</a:t>
            </a:r>
            <a:r>
              <a:rPr lang="fr-FR" dirty="0"/>
              <a:t> chaque case ouvre un nouvel écran (slide suivante)</a:t>
            </a:r>
          </a:p>
        </p:txBody>
      </p:sp>
    </p:spTree>
    <p:extLst>
      <p:ext uri="{BB962C8B-B14F-4D97-AF65-F5344CB8AC3E}">
        <p14:creationId xmlns:p14="http://schemas.microsoft.com/office/powerpoint/2010/main" val="323502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49F3487-CE5C-B7BE-BCB2-4ACF45E0B9B7}"/>
              </a:ext>
            </a:extLst>
          </p:cNvPr>
          <p:cNvSpPr txBox="1"/>
          <p:nvPr/>
        </p:nvSpPr>
        <p:spPr>
          <a:xfrm>
            <a:off x="289474" y="449425"/>
            <a:ext cx="11613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 cliquant sur un une case dans la matrice de risques, une fenêtre s’ouvre avec la liste de risques correspondants :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DF3B4DB-A875-8FC0-2A01-A36C25479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381" y="1315539"/>
            <a:ext cx="5522144" cy="304425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CD80DAF-FD36-38F1-E2DA-0676818037C4}"/>
              </a:ext>
            </a:extLst>
          </p:cNvPr>
          <p:cNvSpPr txBox="1"/>
          <p:nvPr/>
        </p:nvSpPr>
        <p:spPr>
          <a:xfrm>
            <a:off x="289474" y="1239140"/>
            <a:ext cx="60975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fr-FR" b="1" dirty="0"/>
              <a:t>« Risques d'une case »</a:t>
            </a:r>
            <a:r>
              <a:rPr lang="fr-FR" dirty="0"/>
              <a:t> (gravité 4 × probabilité 3 comme exemple)</a:t>
            </a:r>
          </a:p>
          <a:p>
            <a:pPr rtl="0"/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Liste :</a:t>
            </a:r>
            <a:r>
              <a:rPr lang="fr-FR" dirty="0"/>
              <a:t> 2 risques avec référence, type, processus, propriétaire et actions en cours.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Filtres :</a:t>
            </a:r>
            <a:r>
              <a:rPr lang="fr-FR" dirty="0"/>
              <a:t> brut ou résiduel, type, processus et site.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fr-FR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fr-FR" b="1" dirty="0"/>
              <a:t>Panneau de détail :</a:t>
            </a:r>
            <a:r>
              <a:rPr lang="fr-FR" dirty="0"/>
              <a:t> cotation brute (4 × 3 = 12) et résiduelle visée (4 × 2 = 8), avec les boutons « Créer une action CAPA » et « Ouvrir la fiche risque ».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C6C74CD6-CB18-D158-7BD3-08E096CE8249}"/>
              </a:ext>
            </a:extLst>
          </p:cNvPr>
          <p:cNvSpPr txBox="1"/>
          <p:nvPr/>
        </p:nvSpPr>
        <p:spPr>
          <a:xfrm>
            <a:off x="370893" y="5062134"/>
            <a:ext cx="10340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Tous les liens de cases mènent au même écran, quelle que soit la case cliquée. Les libellés des risques et les chiffres sont des exemples.</a:t>
            </a:r>
          </a:p>
        </p:txBody>
      </p:sp>
    </p:spTree>
    <p:extLst>
      <p:ext uri="{BB962C8B-B14F-4D97-AF65-F5344CB8AC3E}">
        <p14:creationId xmlns:p14="http://schemas.microsoft.com/office/powerpoint/2010/main" val="3537457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28DC32-7D69-7F23-5BB5-66710FA76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716"/>
            <a:ext cx="10515600" cy="1325563"/>
          </a:xfrm>
        </p:spPr>
        <p:txBody>
          <a:bodyPr>
            <a:normAutofit/>
          </a:bodyPr>
          <a:lstStyle/>
          <a:p>
            <a:r>
              <a:rPr lang="fr-FR" sz="1800" dirty="0"/>
              <a:t>Mettre le titre ci-dessous « Matrice des exigences… » en bas de la première slide bien visible, et lorsqu’on clique dessus, la page suivante s’affiche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726BDDE-FB5D-CB25-75FB-734557DD4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0581E1C-C38C-7489-6D68-A7363B06C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0614"/>
            <a:ext cx="10486029" cy="518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73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408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8F7A56-4F81-FA05-AB1F-94759C4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97780D-2F70-D41C-9599-72B8836E5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109280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Grand écran</PresentationFormat>
  <Paragraphs>24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Tableau de bord SMI</vt:lpstr>
      <vt:lpstr>Présentation PowerPoint</vt:lpstr>
      <vt:lpstr>Présentation PowerPoint</vt:lpstr>
      <vt:lpstr>Présentation PowerPoint</vt:lpstr>
      <vt:lpstr>Mettre le titre ci-dessous « Matrice des exigences… » en bas de la première slide bien visible, et lorsqu’on clique dessus, la page suivante s’affiche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el mouatassim</dc:creator>
  <cp:lastModifiedBy>ahmed el mouatassim</cp:lastModifiedBy>
  <cp:revision>5</cp:revision>
  <dcterms:created xsi:type="dcterms:W3CDTF">2026-10-01T09:35:33Z</dcterms:created>
  <dcterms:modified xsi:type="dcterms:W3CDTF">2026-10-05T20:00:54Z</dcterms:modified>
</cp:coreProperties>
</file>